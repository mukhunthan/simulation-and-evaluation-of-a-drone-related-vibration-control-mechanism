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72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88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01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633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93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6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8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0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08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Simulation and Evaluation of a Drone‑Related Vibration Control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Course: Drone Technologies</a:t>
            </a:r>
            <a:endParaRPr lang="en-US" dirty="0"/>
          </a:p>
          <a:p>
            <a:pPr marL="342900" lvl="1" indent="0">
              <a:buNone/>
            </a:pPr>
            <a:r>
              <a:rPr lang="en-IN" dirty="0"/>
              <a:t>	</a:t>
            </a:r>
            <a:r>
              <a:rPr lang="en-IN" dirty="0" err="1"/>
              <a:t>Kanish</a:t>
            </a:r>
            <a:r>
              <a:rPr lang="en-IN" dirty="0"/>
              <a:t> Koushik KR	2362867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	S Ganesh Reddy	2362868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Sidharath</a:t>
            </a:r>
            <a:r>
              <a:rPr lang="en-IN" dirty="0"/>
              <a:t> </a:t>
            </a:r>
            <a:r>
              <a:rPr lang="en-IN" dirty="0" err="1"/>
              <a:t>Shivan</a:t>
            </a:r>
            <a:r>
              <a:rPr lang="en-IN" dirty="0"/>
              <a:t>	2362869</a:t>
            </a:r>
          </a:p>
          <a:p>
            <a:pPr marL="0" indent="0">
              <a:buNone/>
            </a:pPr>
            <a:r>
              <a:rPr lang="en-IN" dirty="0"/>
              <a:t>	Mukhunthan AR	2362870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Design, simulate, and evaluate a vibration control mechanism for drone systems.</a:t>
            </a:r>
          </a:p>
          <a:p>
            <a:r>
              <a:t>Improve drone stability using vibration damping methods.</a:t>
            </a:r>
          </a:p>
          <a:p>
            <a:r>
              <a:t>Analyze performance through 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Drones are used in aerial photography, surveillance, agriculture monitoring, and delivery systems.</a:t>
            </a:r>
          </a:p>
          <a:p>
            <a:r>
              <a:t>During flight, vibrations occur due to motors, propellers, and environmental disturbances.</a:t>
            </a:r>
          </a:p>
          <a:p>
            <a:r>
              <a:t>These vibrations affect flight stability, sensors, and camera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Drone mechanical systems experience continuous vibrations.</a:t>
            </a:r>
          </a:p>
          <a:p>
            <a:r>
              <a:t>Uncontrolled vibrations lead to instability and inaccurate sensor readings.</a:t>
            </a:r>
          </a:p>
          <a:p>
            <a:r>
              <a:t>A vibration damping system must be designed and analyzed.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Vibration Control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Rubber Dampers – absorb vibrations using flexible mounts.</a:t>
            </a:r>
          </a:p>
          <a:p>
            <a:r>
              <a:t>Spring‑Damper System – reduces oscillations using springs and dampers.</a:t>
            </a:r>
          </a:p>
          <a:p>
            <a:r>
              <a:t>Viscoelastic Materials – dissipate vibration energy.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vibration system is modeled as a Mass‑Spring‑Damper system.</a:t>
            </a:r>
          </a:p>
          <a:p>
            <a:r>
              <a:t>Equation of motion:</a:t>
            </a:r>
          </a:p>
          <a:p>
            <a:r>
              <a:t>m x'' + c x' + k x = F(t)</a:t>
            </a:r>
          </a:p>
          <a:p>
            <a:r>
              <a:t>m = mass, c = damping coefficient, k = stiffness, x = displacement.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Simulation tools: MATLAB / Simulink or Python.</a:t>
            </a:r>
          </a:p>
          <a:p>
            <a:r>
              <a:t>Steps:</a:t>
            </a:r>
          </a:p>
          <a:p>
            <a:r>
              <a:t>1. Create vibration model</a:t>
            </a:r>
          </a:p>
          <a:p>
            <a:r>
              <a:t>2. Apply external vibration forces</a:t>
            </a:r>
          </a:p>
          <a:p>
            <a:r>
              <a:t>3. Implement damping mechanisms</a:t>
            </a:r>
          </a:p>
          <a:p>
            <a:r>
              <a:t>4. Measure displacement and vibration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damping – high oscillations occur.</a:t>
            </a:r>
          </a:p>
          <a:p>
            <a:r>
              <a:t>With damping – oscillations reduce quickly.</a:t>
            </a:r>
          </a:p>
          <a:p>
            <a:r>
              <a:t>Optimal damping improves drone stability.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Damping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Rubber Dampers – medium efficiency, low cost.</a:t>
            </a:r>
          </a:p>
          <a:p>
            <a:r>
              <a:t>Spring‑Damper System – high efficiency, effective vibration reduction.</a:t>
            </a:r>
          </a:p>
          <a:p>
            <a:r>
              <a:t>Viscoelastic Materials – high efficiency but higher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Vibration control mechanisms significantly reduce drone vibrations.</a:t>
            </a:r>
          </a:p>
          <a:p>
            <a:r>
              <a:t>Spring‑damper systems provide better vibration suppression.</a:t>
            </a:r>
          </a:p>
          <a:p>
            <a:r>
              <a:t>Proper damping improves drone stability, sensor accuracy, and performance.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{BB32511E-EBDB-454F-BE02-0A61D940D50C}tf16401378</Template>
  <TotalTime>3</TotalTime>
  <Words>343</Words>
  <Application>Microsoft Macintosh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MS Shell Dlg 2</vt:lpstr>
      <vt:lpstr>Wingdings</vt:lpstr>
      <vt:lpstr>Wingdings 3</vt:lpstr>
      <vt:lpstr>Madison</vt:lpstr>
      <vt:lpstr>Simulation and Evaluation of a Drone‑Related Vibration Control Mechanism</vt:lpstr>
      <vt:lpstr>Aim</vt:lpstr>
      <vt:lpstr>Introduction</vt:lpstr>
      <vt:lpstr>Problem Statement</vt:lpstr>
      <vt:lpstr>Vibration Control Mechanisms</vt:lpstr>
      <vt:lpstr>Mathematical Model</vt:lpstr>
      <vt:lpstr>Simulation Method</vt:lpstr>
      <vt:lpstr>Simulation Results</vt:lpstr>
      <vt:lpstr>Comparison of Damping Methods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and Evaluation of a Drone‑Related Vibration Control Mechanism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2026-03-09T05:59:08Z</dcterms:modified>
  <cp:category/>
</cp:coreProperties>
</file>